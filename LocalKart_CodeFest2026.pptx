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822960" cy="64008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LocalKart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Marketplace for Local Small Enterprises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Full-Stack Web Applications x E-Commerce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CodeFest 2026  |  KLE Technological University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&amp; members: 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enterprises sell through shops and social media, but struggle to grow online.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77640" cy="13258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64008" cy="132588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7647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reach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031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cannot reach customers beyond their own shop or social followers.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691640"/>
            <a:ext cx="3977640" cy="13258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691640"/>
            <a:ext cx="64008" cy="132588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7647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manage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1031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and inventory are tracked by hand across chats, notebooks and calls.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977640" cy="13258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64008" cy="132588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2735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Big-player competition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118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e-commerce platforms dominate with scale, discounts and delivery.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200400"/>
            <a:ext cx="3977640" cy="13258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200400"/>
            <a:ext cx="64008" cy="132588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32735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identity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6118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sellers lack a single trusted place to showcase their products.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What the Project Is About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accessible online marketplace where local sellers create their own online store, and customers discover and buy local products on one platform.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seller an online identity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product, inventory and order handling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buyers easily find local businesses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shopping and comparison simple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sellers with data-driven insights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2011680"/>
            <a:ext cx="3017520" cy="2468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21945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+ Customers + Orders + Insights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77640" cy="33832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64008" cy="33832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2161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Sellers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5448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create a shop profile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and manage products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inventory (stock updates)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update order status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sales on a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3977640" cy="33832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43000"/>
            <a:ext cx="64008" cy="338328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2161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55448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local shops and products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and compare options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and easy checkout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and history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reviews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Features (Creative Edge)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77640" cy="15544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64008" cy="15544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2618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discovery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shops by area, category and distance.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977640" cy="15544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88720"/>
            <a:ext cx="64008" cy="155448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2618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002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based on browsing and past orders.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77640" cy="15544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64008" cy="15544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9992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 analytics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3756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trends, top products, low-stock alerts.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3977640" cy="15544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926080"/>
            <a:ext cx="64008" cy="155448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29992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engagement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33756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Offers, wishlists, reviews and order notifications.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743200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27432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UI + Seller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1188720"/>
            <a:ext cx="2011680" cy="914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188720"/>
            <a:ext cx="20116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+ JWT Auth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188720"/>
            <a:ext cx="2743200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1188720"/>
            <a:ext cx="27432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Products, Orders, Recommendation, Analytics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645920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77840" y="1645920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0" y="2743200"/>
            <a:ext cx="2743200" cy="8229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PostgreSQL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0" y="2103120"/>
            <a:ext cx="0" cy="6400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66160" y="2743200"/>
            <a:ext cx="2011680" cy="8229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6616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2743200" cy="8229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/ COD payment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(Sellers and Buyers) access via browser. The frontend talks only to the API, which keeps data secure and the system easy to scale.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and Tech Stack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554480" cy="10972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1554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registers &amp; lists products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1188720"/>
            <a:ext cx="1554480" cy="109728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48840" y="1188720"/>
            <a:ext cx="1554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searches &amp; compares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1188720"/>
            <a:ext cx="1554480" cy="10972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40480" y="1188720"/>
            <a:ext cx="1554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order &amp; pays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32120" y="1188720"/>
            <a:ext cx="1554480" cy="109728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1188720"/>
            <a:ext cx="1554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processes order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1188720"/>
            <a:ext cx="1554480" cy="10972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0" y="1188720"/>
            <a:ext cx="1554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recommendations update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651760" cy="18288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51760"/>
            <a:ext cx="64008" cy="18288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724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HTML, CSS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/ Bootstrap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651760"/>
            <a:ext cx="2651760" cy="18288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651760"/>
            <a:ext cx="64008" cy="182880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2724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651760"/>
            <a:ext cx="2651760" cy="18288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651760"/>
            <a:ext cx="64008" cy="18288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2724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Tools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PostgreSQL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Postman, Vercel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630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sellers grow beyond their city and social media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work, fewer order errors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support nearby businesses easily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chance against big e-commerce players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4630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and delivery tracking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demand prediction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between buyer and seller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LocalKart: one simple platform to bring local businesses online. 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2026-10-22T14:53:36Z</dcterms:created>
  <dcterms:modified xsi:type="dcterms:W3CDTF">2026-10-22T14:53:36Z</dcterms:modified>
</cp:coreProperties>
</file>